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3C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1E65-D764-E75D-6CC4-49D5A402A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RS" sz="2400" dirty="0"/>
              <a:t>Internet softverske arhitekture</a:t>
            </a:r>
            <a:br>
              <a:rPr lang="sr-Latn-RS" sz="4400" dirty="0"/>
            </a:br>
            <a:r>
              <a:rPr lang="sr-Latn-RS" sz="4800" b="1" dirty="0"/>
              <a:t>Konzistentnost brojača na replikama uz pomoć CRDT struktura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C3981-5E0F-2523-4C1B-05FD23A76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sr-Latn-RS" sz="2000" cap="none" dirty="0"/>
              <a:t>Petar Bratić RA 14/2022</a:t>
            </a:r>
          </a:p>
          <a:p>
            <a:r>
              <a:rPr lang="sr-Latn-RS" sz="2000" cap="none" dirty="0"/>
              <a:t>Anja Guzina RA 18/2022</a:t>
            </a:r>
          </a:p>
          <a:p>
            <a:r>
              <a:rPr lang="sr-Latn-RS" sz="2000" cap="none" dirty="0"/>
              <a:t>Anđela Kumazec RA 75/2022</a:t>
            </a:r>
            <a:endParaRPr lang="en-US" sz="2000" cap="none" dirty="0"/>
          </a:p>
        </p:txBody>
      </p:sp>
    </p:spTree>
    <p:extLst>
      <p:ext uri="{BB962C8B-B14F-4D97-AF65-F5344CB8AC3E}">
        <p14:creationId xmlns:p14="http://schemas.microsoft.com/office/powerpoint/2010/main" val="105596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4142-DD8E-47C1-C7C8-0594DE14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Implementacija G-counter klase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D7A681-DDFD-4A5F-7A82-1AA65FA05C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00652"/>
            <a:ext cx="7273145" cy="44012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kumimoji="0" lang="en-US" altLang="en-US" sz="1400" i="0" u="none" strike="noStrike" cap="none" normalizeH="0" baseline="0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GCounter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other) {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(other ==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mergeState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other.</a:t>
            </a:r>
            <a:r>
              <a:rPr kumimoji="0" lang="en-US" altLang="en-US" sz="1400" i="0" u="none" strike="noStrike" cap="none" normalizeH="0" baseline="0" dirty="0" err="1">
                <a:solidFill>
                  <a:srgbClr val="8C3C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counts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i="0" u="none" strike="noStrike" cap="none" normalizeH="0" baseline="0" dirty="0"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kumimoji="0" lang="en-US" altLang="en-US" sz="1400" i="0" u="none" strike="noStrike" cap="none" normalizeH="0" baseline="0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mergeState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(Map&lt;String, Long&gt;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otherCounts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otherCounts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otherCounts.isEmpty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Set&lt;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Map.Entry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&lt;String, Long&gt;&gt; entries =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otherCounts.entrySet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Map.Entry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&lt;String, Long&gt; e : entries) {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String id =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e.getKey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(id ==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id.isBlank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remote = </a:t>
            </a:r>
            <a:r>
              <a:rPr kumimoji="0" lang="en-US" altLang="en-US" sz="1400" i="1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safeNonNegative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e.getValue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local = </a:t>
            </a:r>
            <a:r>
              <a:rPr kumimoji="0" lang="en-US" altLang="en-US" sz="1400" i="0" u="none" strike="noStrike" cap="none" normalizeH="0" baseline="0" dirty="0" err="1">
                <a:solidFill>
                  <a:srgbClr val="8C3C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counts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.getOrDefault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(id, </a:t>
            </a:r>
            <a:r>
              <a:rPr kumimoji="0" lang="en-US" altLang="en-US" sz="1400" i="0" u="none" strike="noStrike" cap="none" normalizeH="0" baseline="0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0L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i="0" u="none" strike="noStrike" cap="none" normalizeH="0" baseline="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400" i="0" u="none" strike="noStrike" cap="none" normalizeH="0" baseline="0" dirty="0">
                <a:solidFill>
                  <a:srgbClr val="CF8E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(remote &gt; local) {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400" i="0" u="none" strike="noStrike" cap="none" normalizeH="0" baseline="0" dirty="0" err="1">
                <a:solidFill>
                  <a:srgbClr val="8C3C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counts</a:t>
            </a:r>
            <a:r>
              <a:rPr kumimoji="0" lang="en-US" altLang="en-US" sz="1400" i="0" u="none" strike="noStrike" cap="none" normalizeH="0" baseline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.put</a:t>
            </a: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(id, remote);</a:t>
            </a:r>
            <a:br>
              <a:rPr kumimoji="0" lang="en-US" altLang="en-US" sz="1400" i="0" u="none" strike="noStrike" cap="none" normalizeH="0" baseline="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i="0" u="none" strike="noStrike" cap="none" normalizeH="0" baseline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3200" i="0" u="none" strike="noStrike" cap="none" normalizeH="0" baseline="0" dirty="0">
              <a:solidFill>
                <a:sysClr val="windowText" lastClr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4035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195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Retrospect</vt:lpstr>
      <vt:lpstr>Internet softverske arhitekture Konzistentnost brojača na replikama uz pomoć CRDT struktura</vt:lpstr>
      <vt:lpstr>Implementacija G-counter klase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Dragana Simin</dc:creator>
  <cp:lastModifiedBy>Dragana Simin</cp:lastModifiedBy>
  <cp:revision>1</cp:revision>
  <dcterms:created xsi:type="dcterms:W3CDTF">2026-01-23T16:29:51Z</dcterms:created>
  <dcterms:modified xsi:type="dcterms:W3CDTF">2026-01-23T16:43:41Z</dcterms:modified>
</cp:coreProperties>
</file>